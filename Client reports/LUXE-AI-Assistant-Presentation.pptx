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54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o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-640080"/>
            <a:ext cx="493776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0116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LUXE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9601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26221E"/>
                </a:solidFill>
                <a:latin typeface="Segoe UI Semibold"/>
              </a:rPr>
              <a:t>An AI Shopping Assistant
for Your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A443E"/>
                </a:solidFill>
                <a:latin typeface="Segoe UI"/>
              </a:rPr>
              <a:t>Customers ask in plain English. Your catalog answers.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 Semibold"/>
              </a:rPr>
              <a:t>Forward-Deployed Engineering   ·   Proposal &amp; Delivery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74904"/>
            <a:ext cx="12191695" cy="730910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30539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dirty="0">
                <a:solidFill>
                  <a:srgbClr val="26221E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09927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099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1</a:t>
            </a:r>
          </a:p>
        </p:txBody>
      </p:sp>
      <p:cxnSp>
        <p:nvCxnSpPr>
          <p:cNvPr id="6" name="Connector 5"/>
          <p:cNvCxnSpPr>
            <a:cxnSpLocks/>
          </p:cNvCxnSpPr>
          <p:nvPr/>
        </p:nvCxnSpPr>
        <p:spPr>
          <a:xfrm>
            <a:off x="1344168" y="1892808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97480" y="159105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 dirty="0">
                <a:solidFill>
                  <a:srgbClr val="26221E"/>
                </a:solidFill>
                <a:latin typeface="Segoe UI Semibold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591056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why customers want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86583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8658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2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1344168" y="2569464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97480" y="226771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What we'll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267712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 chat box on every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63239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0632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3</a:t>
            </a:r>
          </a:p>
        </p:txBody>
      </p:sp>
      <p:cxnSp>
        <p:nvCxnSpPr>
          <p:cNvPr id="16" name="Connector 15"/>
          <p:cNvCxnSpPr>
            <a:cxnSpLocks/>
          </p:cNvCxnSpPr>
          <p:nvPr/>
        </p:nvCxnSpPr>
        <p:spPr>
          <a:xfrm>
            <a:off x="1344168" y="3246120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2944368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944368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four steps, every message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39895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73989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4</a:t>
            </a:r>
          </a:p>
        </p:txBody>
      </p:sp>
      <p:cxnSp>
        <p:nvCxnSpPr>
          <p:cNvPr id="21" name="Connector 20"/>
          <p:cNvCxnSpPr>
            <a:cxnSpLocks/>
          </p:cNvCxnSpPr>
          <p:nvPr/>
        </p:nvCxnSpPr>
        <p:spPr>
          <a:xfrm>
            <a:off x="1344168" y="3922776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97480" y="3621024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How we'll deliver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621024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working software at every stage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16551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16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5</a:t>
            </a:r>
          </a:p>
        </p:txBody>
      </p:sp>
      <p:cxnSp>
        <p:nvCxnSpPr>
          <p:cNvPr id="26" name="Connector 25"/>
          <p:cNvCxnSpPr>
            <a:cxnSpLocks/>
          </p:cNvCxnSpPr>
          <p:nvPr/>
        </p:nvCxnSpPr>
        <p:spPr>
          <a:xfrm>
            <a:off x="1344168" y="4599432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97480" y="4297680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297680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what keeps it trustworthy and 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093207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5093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6</a:t>
            </a: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>
            <a:off x="1344168" y="5276088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697480" y="497433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What it costs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74336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 realistic monthly bill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769863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76986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7</a:t>
            </a:r>
          </a:p>
        </p:txBody>
      </p:sp>
      <p:cxnSp>
        <p:nvCxnSpPr>
          <p:cNvPr id="36" name="Connector 35"/>
          <p:cNvCxnSpPr>
            <a:cxnSpLocks/>
          </p:cNvCxnSpPr>
          <p:nvPr/>
        </p:nvCxnSpPr>
        <p:spPr>
          <a:xfrm>
            <a:off x="1344168" y="5952744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697480" y="565099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The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650992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about six weeks to live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Finding a product is still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144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4A443E"/>
                </a:solidFill>
                <a:latin typeface="Segoe UI"/>
              </a:rPr>
              <a:t>Pick a category. Drag a price slider. Scroll. Repeat. Many shoppers give up before they buy.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56616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886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7A726A"/>
                </a:solidFill>
                <a:latin typeface="Segoe UI Semibold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4434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6221E"/>
                </a:solidFill>
                <a:latin typeface="Segoe UI"/>
              </a:rPr>
              <a:t>Category  →  Price filter  →  Scroll  →  Sort  →  Scroll again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56616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12280" y="3886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B3542E"/>
                </a:solidFill>
                <a:latin typeface="Segoe UI Semibold"/>
              </a:rPr>
              <a:t>WITH THE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34840"/>
            <a:ext cx="4434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26221E"/>
                </a:solidFill>
                <a:latin typeface="Segoe UI"/>
              </a:rPr>
              <a:t>“men's shirts under ₹2000”
→  the right products, instantly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WHAT WE'LL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A chat box on every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50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Ask in your own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88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No filters, no menus. Just type what you're looking for.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93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3429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Real products from your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31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It only shows what's actually in stock — never made-up items.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36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572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Works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974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Mobile and desktop. Nothing to install.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78308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75320" y="2103120"/>
            <a:ext cx="2880360" cy="502920"/>
          </a:xfrm>
          <a:prstGeom prst="roundRect">
            <a:avLst>
              <a:gd name="adj" fmla="val 32000"/>
            </a:avLst>
          </a:prstGeom>
          <a:solidFill>
            <a:srgbClr val="262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FFFFF"/>
                </a:solidFill>
                <a:latin typeface="Segoe UI"/>
              </a:rPr>
              <a:t>men's shirts under ₹2000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88036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12480" y="300837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16568" y="300837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Oxford Shirt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33009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₹1,899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84048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0" y="396849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16568" y="396849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Linen Casual Shirt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426110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₹1,499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480060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0" y="492861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16568" y="492861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Cotton Half-Sleeve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16568" y="522122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₹1,199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Four steps, every message.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The customer types what they want.</a:t>
            </a:r>
          </a:p>
        </p:txBody>
      </p:sp>
      <p:sp>
        <p:nvSpPr>
          <p:cNvPr id="9" name="Chevron 8"/>
          <p:cNvSpPr/>
          <p:nvPr/>
        </p:nvSpPr>
        <p:spPr>
          <a:xfrm>
            <a:off x="3185084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50844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3452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3452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3452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We make sure the message is safe and about shopping.</a:t>
            </a:r>
          </a:p>
        </p:txBody>
      </p:sp>
      <p:sp>
        <p:nvSpPr>
          <p:cNvPr id="14" name="Chevron 13"/>
          <p:cNvSpPr/>
          <p:nvPr/>
        </p:nvSpPr>
        <p:spPr>
          <a:xfrm>
            <a:off x="5958688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24448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7056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7056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Find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7056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The assistant looks up matching products in your catalog.</a:t>
            </a:r>
          </a:p>
        </p:txBody>
      </p:sp>
      <p:sp>
        <p:nvSpPr>
          <p:cNvPr id="19" name="Chevron 18"/>
          <p:cNvSpPr/>
          <p:nvPr/>
        </p:nvSpPr>
        <p:spPr>
          <a:xfrm>
            <a:off x="8732291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98051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90659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659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Check again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659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We review the answer before the customer sees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9506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7A726A"/>
                </a:solidFill>
                <a:latin typeface="Segoe UI"/>
              </a:rPr>
              <a:t>Steps 2 and 4 are automatic safety checks. They add well under a second.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HOW WE'LL DELIVER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You see working software at every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56231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911095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19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work inside your store — learning the catalog, the data and how everything runs. Hands-on, not from a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36391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18103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172967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~1–2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1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build a small working demo on your real products. You try it. You decide whether it is worth continuing.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3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79975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434839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855463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fold the assistant into your live store, add quality checks and go live — with the store untouched.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97295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797295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6221E"/>
                </a:solidFill>
                <a:latin typeface="Segoe UI"/>
              </a:rPr>
              <a:t>Nothing is a black box. If the demo doesn't convince you, we stop there — no lock-in.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Built to be 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025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Two safety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423160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One before the assistant reads a message, one before the customer sees the reply. Blocks abuse; keeps it on shopping.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27832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227832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72968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Read-only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59359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The assistant can look at your catalog but can never change prices, remove products, or touch customer or order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98264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343400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No made-up answers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764024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It only shows products that are really in your catalog. It never invents names, prices, or stock.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8696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5686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13832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Can't be tricked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934456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It won't ignore its rules or reveal its instructions — even if a customer deliberately tries.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Built to stay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025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Keeps working under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423160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If a safety service has a hiccup, chat still runs. One slow part never takes the page down.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27832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227832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72968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Graceful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59359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If the assistant itself has a problem, the customer gets a friendly “try again” — never a broken screen or a wrong answer.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98264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343400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Every conversation recorded &amp; scored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764024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We can replay exactly what happened, and every reply gets an automatic quality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8696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5686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13832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Safe to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934456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A full automated test suite runs before every update. If anything looks off, we roll back in one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You pay for what's used.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926080" cy="868680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8" y="1965960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0332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Pilot
~1,000 chats /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Launch
~10,000 chats /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2512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Busy
~50,000 chats / 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34640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2834640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AI usage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480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2512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511296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3511296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Extra cloud compute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0332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&lt; $1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2512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187952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" y="4187952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Monitoring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0332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0448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 (free tier)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480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 (free tier)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2396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2512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– $50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4864608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8408" y="4864608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Total / month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0332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90448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under $2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6480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~ $8 – $10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2396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2512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~ $40 – $90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729224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dirty="0">
                <a:solidFill>
                  <a:srgbClr val="26221E"/>
                </a:solidFill>
                <a:latin typeface="Segoe UI"/>
              </a:rPr>
              <a:t>The AI layer stays in single-digit dollars until you're handling tens of thousands of conversations a month.  No </a:t>
            </a:r>
            <a:r>
              <a:rPr sz="1350" b="1" dirty="0" err="1">
                <a:solidFill>
                  <a:srgbClr val="26221E"/>
                </a:solidFill>
                <a:latin typeface="Segoe UI"/>
              </a:rPr>
              <a:t>licence</a:t>
            </a:r>
            <a:r>
              <a:rPr sz="1350" b="1" dirty="0">
                <a:solidFill>
                  <a:srgbClr val="26221E"/>
                </a:solidFill>
                <a:latin typeface="Segoe UI"/>
              </a:rPr>
              <a:t> fee.  No minimum.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5508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7A726A"/>
                </a:solidFill>
                <a:latin typeface="Segoe UI"/>
              </a:rPr>
              <a:t>Approx. public rates, Sept 2026. Your existing store hosting and database are unchanged — this is the added cost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About six weeks to live.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4114800"/>
            <a:ext cx="10637215" cy="0"/>
          </a:xfrm>
          <a:prstGeom prst="line">
            <a:avLst/>
          </a:prstGeom>
          <a:ln w="1778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Discovery inside your store</a:t>
            </a:r>
          </a:p>
        </p:txBody>
      </p:sp>
      <p:sp>
        <p:nvSpPr>
          <p:cNvPr id="10" name="Oval 9"/>
          <p:cNvSpPr/>
          <p:nvPr/>
        </p:nvSpPr>
        <p:spPr>
          <a:xfrm>
            <a:off x="2315413" y="4032504"/>
            <a:ext cx="164592" cy="164592"/>
          </a:xfrm>
          <a:prstGeom prst="ellipse">
            <a:avLst/>
          </a:prstGeom>
          <a:solidFill>
            <a:srgbClr val="4F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75378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67986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2–4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7986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7986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Demo on your catalog + your go / no-go</a:t>
            </a:r>
          </a:p>
        </p:txBody>
      </p:sp>
      <p:sp>
        <p:nvSpPr>
          <p:cNvPr id="15" name="Oval 14"/>
          <p:cNvSpPr/>
          <p:nvPr/>
        </p:nvSpPr>
        <p:spPr>
          <a:xfrm>
            <a:off x="6013552" y="4032504"/>
            <a:ext cx="164592" cy="164592"/>
          </a:xfrm>
          <a:prstGeom prst="ellipse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73517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6125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4–6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6125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6125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Integrate, quality checks, launch</a:t>
            </a:r>
          </a:p>
        </p:txBody>
      </p:sp>
      <p:sp>
        <p:nvSpPr>
          <p:cNvPr id="20" name="Oval 19"/>
          <p:cNvSpPr/>
          <p:nvPr/>
        </p:nvSpPr>
        <p:spPr>
          <a:xfrm>
            <a:off x="9711690" y="4032504"/>
            <a:ext cx="164592" cy="164592"/>
          </a:xfrm>
          <a:prstGeom prst="ellipse">
            <a:avLst/>
          </a:prstGeom>
          <a:solidFill>
            <a:srgbClr val="4F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6221E"/>
                </a:solidFill>
                <a:latin typeface="Segoe UI"/>
              </a:rPr>
              <a:t>The go / no-go decision comes after the demo — before any integration work starts.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ots_b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2560320"/>
            <a:ext cx="493776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6032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26221E"/>
                </a:solidFill>
                <a:latin typeface="Segoe UI Semibold"/>
              </a:rPr>
              <a:t>Let's build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dirty="0">
                <a:solidFill>
                  <a:srgbClr val="7A726A"/>
                </a:solidFill>
                <a:latin typeface="Segoe UI Semibold"/>
              </a:rPr>
              <a:t>LUXE  ·  AI Shopping Assistant — Forward-Deployed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829</Words>
  <Application>Microsoft Office PowerPoint</Application>
  <PresentationFormat>Widescreen</PresentationFormat>
  <Paragraphs>143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A17 Divesh jadhwani</cp:lastModifiedBy>
  <cp:revision>2</cp:revision>
  <dcterms:created xsi:type="dcterms:W3CDTF">2013-01-27T09:14:16Z</dcterms:created>
  <dcterms:modified xsi:type="dcterms:W3CDTF">2026-09-11T04:54:37Z</dcterms:modified>
  <cp:category/>
</cp:coreProperties>
</file>